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B3F"/>
            </a:gs>
            <a:gs pos="100000">
              <a:srgbClr val="1E3A6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400000"/>
            <a:ext cx="10592000" cy="1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Noto Sans KR"/>
                <a:ea typeface="Noto Sans KR"/>
              </a:rPr>
              <a:t>주일 낮 예배</a:t>
            </a:r>
          </a:p>
          <a:p>
            <a:pPr algn="ctr"/>
            <a:r>
              <a:rPr sz="2400" b="0">
                <a:solidFill>
                  <a:srgbClr val="B9C7E0"/>
                </a:solidFill>
                <a:latin typeface="Noto Sans KR"/>
                <a:ea typeface="Noto Sans KR"/>
              </a:rPr>
              <a:t>세라핌교회 · 2026-06-21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96000" y="4350000"/>
            <a:ext cx="1600000" cy="60000"/>
          </a:xfrm>
          <a:prstGeom prst="roundRect">
            <a:avLst/>
          </a:prstGeom>
          <a:solidFill>
            <a:srgbClr val="6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B3F"/>
            </a:gs>
            <a:gs pos="100000">
              <a:srgbClr val="1E3A6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400000"/>
            <a:ext cx="10592000" cy="1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Noto Sans KR"/>
                <a:ea typeface="Noto Sans KR"/>
              </a:rPr>
              <a:t>주 은혜임을</a:t>
            </a:r>
          </a:p>
          <a:p>
            <a:pPr algn="ctr"/>
            <a:r>
              <a:rPr sz="2400" b="0">
                <a:solidFill>
                  <a:srgbClr val="B9C7E0"/>
                </a:solidFill>
                <a:latin typeface="Noto Sans KR"/>
                <a:ea typeface="Noto Sans KR"/>
              </a:rPr>
              <a:t>찬양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96000" y="4350000"/>
            <a:ext cx="1600000" cy="60000"/>
          </a:xfrm>
          <a:prstGeom prst="roundRect">
            <a:avLst/>
          </a:prstGeom>
          <a:solidFill>
            <a:srgbClr val="6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B3F"/>
            </a:gs>
            <a:gs pos="100000">
              <a:srgbClr val="1E3A6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700000"/>
            <a:ext cx="10792000" cy="54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Noto Sans KR"/>
                <a:ea typeface="Noto Sans KR"/>
              </a:rPr>
              <a:t>내가 사는 것은</a:t>
            </a:r>
          </a:p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Noto Sans KR"/>
                <a:ea typeface="Noto Sans KR"/>
              </a:rPr>
              <a:t>주의 은혜라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92000" y="6158000"/>
            <a:ext cx="3700000" cy="50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sz="1400" b="0">
                <a:solidFill>
                  <a:srgbClr val="B9C7E0"/>
                </a:solidFill>
                <a:latin typeface="Noto Sans KR"/>
                <a:ea typeface="Noto Sans KR"/>
              </a:rPr>
              <a:t>주 은혜임을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B3F"/>
            </a:gs>
            <a:gs pos="100000">
              <a:srgbClr val="1E3A6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700000"/>
            <a:ext cx="10792000" cy="54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Noto Sans KR"/>
                <a:ea typeface="Noto Sans KR"/>
              </a:rPr>
              <a:t>내가 서있는 것도</a:t>
            </a:r>
          </a:p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Noto Sans KR"/>
                <a:ea typeface="Noto Sans KR"/>
              </a:rPr>
              <a:t>주의 은혜라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92000" y="6158000"/>
            <a:ext cx="3700000" cy="50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sz="1400" b="0">
                <a:solidFill>
                  <a:srgbClr val="B9C7E0"/>
                </a:solidFill>
                <a:latin typeface="Noto Sans KR"/>
                <a:ea typeface="Noto Sans KR"/>
              </a:rPr>
              <a:t>주 은혜임을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B3F"/>
            </a:gs>
            <a:gs pos="100000">
              <a:srgbClr val="1E3A6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700000"/>
            <a:ext cx="10792000" cy="54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Noto Sans KR"/>
                <a:ea typeface="Noto Sans KR"/>
              </a:rPr>
              <a:t>나의 한숨을</a:t>
            </a:r>
          </a:p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Noto Sans KR"/>
                <a:ea typeface="Noto Sans KR"/>
              </a:rPr>
              <a:t>바꾸어 주신 주님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92000" y="6158000"/>
            <a:ext cx="3700000" cy="50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sz="1400" b="0">
                <a:solidFill>
                  <a:srgbClr val="B9C7E0"/>
                </a:solidFill>
                <a:latin typeface="Noto Sans KR"/>
                <a:ea typeface="Noto Sans KR"/>
              </a:rPr>
              <a:t>주 은혜임을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B3F"/>
            </a:gs>
            <a:gs pos="100000">
              <a:srgbClr val="1E3A6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400000"/>
            <a:ext cx="10592000" cy="1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Noto Sans KR"/>
                <a:ea typeface="Noto Sans KR"/>
              </a:rPr>
              <a:t>은혜</a:t>
            </a:r>
          </a:p>
          <a:p>
            <a:pPr algn="ctr"/>
            <a:r>
              <a:rPr sz="2400" b="0">
                <a:solidFill>
                  <a:srgbClr val="B9C7E0"/>
                </a:solidFill>
                <a:latin typeface="Noto Sans KR"/>
                <a:ea typeface="Noto Sans KR"/>
              </a:rPr>
              <a:t>찬양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96000" y="4350000"/>
            <a:ext cx="1600000" cy="60000"/>
          </a:xfrm>
          <a:prstGeom prst="roundRect">
            <a:avLst/>
          </a:prstGeom>
          <a:solidFill>
            <a:srgbClr val="6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B3F"/>
            </a:gs>
            <a:gs pos="100000">
              <a:srgbClr val="1E3A6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700000"/>
            <a:ext cx="10792000" cy="54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Noto Sans KR"/>
                <a:ea typeface="Noto Sans KR"/>
              </a:rPr>
              <a:t>한량없는 은혜</a:t>
            </a:r>
          </a:p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Noto Sans KR"/>
                <a:ea typeface="Noto Sans KR"/>
              </a:rPr>
              <a:t>갚을 길 없는 은혜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92000" y="6158000"/>
            <a:ext cx="3700000" cy="50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sz="1400" b="0">
                <a:solidFill>
                  <a:srgbClr val="B9C7E0"/>
                </a:solidFill>
                <a:latin typeface="Noto Sans KR"/>
                <a:ea typeface="Noto Sans KR"/>
              </a:rPr>
              <a:t>은혜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B3F"/>
            </a:gs>
            <a:gs pos="100000">
              <a:srgbClr val="1E3A6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700000"/>
            <a:ext cx="10792000" cy="54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Noto Sans KR"/>
                <a:ea typeface="Noto Sans KR"/>
              </a:rPr>
              <a:t>내 모든 죄를</a:t>
            </a:r>
          </a:p>
          <a:p>
            <a:pPr algn="ctr"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Noto Sans KR"/>
                <a:ea typeface="Noto Sans KR"/>
              </a:rPr>
              <a:t>사하여 주신 주님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92000" y="6158000"/>
            <a:ext cx="3700000" cy="50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r"/>
            <a:r>
              <a:rPr sz="1400" b="0">
                <a:solidFill>
                  <a:srgbClr val="B9C7E0"/>
                </a:solidFill>
                <a:latin typeface="Noto Sans KR"/>
                <a:ea typeface="Noto Sans KR"/>
              </a:rPr>
              <a:t>은혜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B3F"/>
            </a:gs>
            <a:gs pos="100000">
              <a:srgbClr val="1E3A6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400000"/>
            <a:ext cx="10592000" cy="1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Noto Sans KR"/>
                <a:ea typeface="Noto Sans KR"/>
              </a:rPr>
              <a:t>사랑 안에 거하라</a:t>
            </a:r>
          </a:p>
          <a:p>
            <a:pPr algn="ctr"/>
            <a:r>
              <a:rPr sz="2400" b="0">
                <a:solidFill>
                  <a:srgbClr val="B9C7E0"/>
                </a:solidFill>
                <a:latin typeface="Noto Sans KR"/>
                <a:ea typeface="Noto Sans KR"/>
              </a:rPr>
              <a:t>요한일서 4:16 · 김은혜 목사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96000" y="4350000"/>
            <a:ext cx="1600000" cy="60000"/>
          </a:xfrm>
          <a:prstGeom prst="roundRect">
            <a:avLst/>
          </a:prstGeom>
          <a:solidFill>
            <a:srgbClr val="6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B3F"/>
            </a:gs>
            <a:gs pos="100000">
              <a:srgbClr val="1E3A6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400000"/>
            <a:ext cx="10592000" cy="1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Noto Sans KR"/>
                <a:ea typeface="Noto Sans KR"/>
              </a:rPr>
              <a:t>광고 및 안내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96000" y="4350000"/>
            <a:ext cx="1600000" cy="60000"/>
          </a:xfrm>
          <a:prstGeom prst="roundRect">
            <a:avLst/>
          </a:prstGeom>
          <a:solidFill>
            <a:srgbClr val="6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B3F"/>
            </a:gs>
            <a:gs pos="100000">
              <a:srgbClr val="1E3A6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700000"/>
            <a:ext cx="10592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6FA8FF"/>
                </a:solidFill>
                <a:latin typeface="Noto Sans KR"/>
                <a:ea typeface="Noto Sans KR"/>
              </a:rPr>
              <a:t>야외예배 안내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96000" y="2050000"/>
            <a:ext cx="1200000" cy="60000"/>
          </a:xfrm>
          <a:prstGeom prst="roundRect">
            <a:avLst/>
          </a:prstGeom>
          <a:solidFill>
            <a:srgbClr val="6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00000" y="2500000"/>
            <a:ext cx="9392000" cy="365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Noto Sans KR"/>
                <a:ea typeface="Noto Sans KR"/>
              </a:rPr>
              <a:t>•  일시: 6월 28일(주일) 오전 11시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Noto Sans KR"/>
                <a:ea typeface="Noto Sans KR"/>
              </a:rPr>
              <a:t>•  장소: 한강시민공원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Noto Sans KR"/>
                <a:ea typeface="Noto Sans KR"/>
              </a:rPr>
              <a:t>•  준비물: 도시락, 돗자리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B3F"/>
            </a:gs>
            <a:gs pos="100000">
              <a:srgbClr val="1E3A6E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700000"/>
            <a:ext cx="10592000" cy="1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6FA8FF"/>
                </a:solidFill>
                <a:latin typeface="Noto Sans KR"/>
                <a:ea typeface="Noto Sans KR"/>
              </a:rPr>
              <a:t>새가족 환영회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96000" y="2050000"/>
            <a:ext cx="1200000" cy="60000"/>
          </a:xfrm>
          <a:prstGeom prst="roundRect">
            <a:avLst/>
          </a:prstGeom>
          <a:solidFill>
            <a:srgbClr val="6F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00000" y="2500000"/>
            <a:ext cx="9392000" cy="365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Noto Sans KR"/>
                <a:ea typeface="Noto Sans KR"/>
              </a:rPr>
              <a:t>•  예배 후 교육관 2층에서 진행됩니다.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Noto Sans KR"/>
                <a:ea typeface="Noto Sans KR"/>
              </a:rPr>
              <a:t>•  새가족 여러분의 많은 참여 바랍니다.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